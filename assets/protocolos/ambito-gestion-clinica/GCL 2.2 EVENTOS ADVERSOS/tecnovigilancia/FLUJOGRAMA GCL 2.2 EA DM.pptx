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1"/>
    <p:restoredTop sz="94552"/>
  </p:normalViewPr>
  <p:slideViewPr>
    <p:cSldViewPr snapToGrid="0" snapToObjects="1">
      <p:cViewPr>
        <p:scale>
          <a:sx n="60" d="100"/>
          <a:sy n="60" d="100"/>
        </p:scale>
        <p:origin x="83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321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281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803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838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486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62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431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0800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074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302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299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D95A2-D5EB-5C4B-937A-9816F3176CD0}" type="datetimeFigureOut">
              <a:rPr lang="es-CL" smtClean="0"/>
              <a:t>09-06-2025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232EE-94F1-B74C-95E2-06FFA693CF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149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ceso 3">
            <a:extLst>
              <a:ext uri="{FF2B5EF4-FFF2-40B4-BE49-F238E27FC236}">
                <a16:creationId xmlns="" xmlns:a16="http://schemas.microsoft.com/office/drawing/2014/main" id="{8D3F0F55-B949-E342-8F1E-381A2F4DF01A}"/>
              </a:ext>
            </a:extLst>
          </p:cNvPr>
          <p:cNvSpPr/>
          <p:nvPr/>
        </p:nvSpPr>
        <p:spPr>
          <a:xfrm>
            <a:off x="5894326" y="660840"/>
            <a:ext cx="2883877" cy="605431"/>
          </a:xfrm>
          <a:prstGeom prst="flowChartProces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FUNCIONARIO/A GENERA REPORTE DE EA ASOCIADO A DM</a:t>
            </a:r>
            <a:endParaRPr lang="es-CL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rminador 5">
            <a:extLst>
              <a:ext uri="{FF2B5EF4-FFF2-40B4-BE49-F238E27FC236}">
                <a16:creationId xmlns="" xmlns:a16="http://schemas.microsoft.com/office/drawing/2014/main" id="{1CC75E0C-4645-EA49-A67F-6746EAD4CC70}"/>
              </a:ext>
            </a:extLst>
          </p:cNvPr>
          <p:cNvSpPr/>
          <p:nvPr/>
        </p:nvSpPr>
        <p:spPr>
          <a:xfrm>
            <a:off x="5791779" y="1620505"/>
            <a:ext cx="3166533" cy="605431"/>
          </a:xfrm>
          <a:prstGeom prst="flowChartTerminator">
            <a:avLst/>
          </a:prstGeom>
          <a:solidFill>
            <a:schemeClr val="accent2">
              <a:alpha val="91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ENCARGADO TV REVISA Y DA PERTINENCIA</a:t>
            </a:r>
            <a:endParaRPr lang="es-CL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Decisión 7">
            <a:extLst>
              <a:ext uri="{FF2B5EF4-FFF2-40B4-BE49-F238E27FC236}">
                <a16:creationId xmlns="" xmlns:a16="http://schemas.microsoft.com/office/drawing/2014/main" id="{2D6B9DBB-05BD-994F-AFEC-B9F738CC3B79}"/>
              </a:ext>
            </a:extLst>
          </p:cNvPr>
          <p:cNvSpPr/>
          <p:nvPr/>
        </p:nvSpPr>
        <p:spPr>
          <a:xfrm>
            <a:off x="6256267" y="2608032"/>
            <a:ext cx="2160000" cy="1080000"/>
          </a:xfrm>
          <a:prstGeom prst="flowChartDecision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EXISTENCIA EVENTO ADVERSO O EVENTO CENTINELA</a:t>
            </a:r>
          </a:p>
        </p:txBody>
      </p:sp>
      <p:sp>
        <p:nvSpPr>
          <p:cNvPr id="9" name="Almacenamiento interno 8">
            <a:extLst>
              <a:ext uri="{FF2B5EF4-FFF2-40B4-BE49-F238E27FC236}">
                <a16:creationId xmlns="" xmlns:a16="http://schemas.microsoft.com/office/drawing/2014/main" id="{D0FA1F9D-2E71-2146-A760-5FCFB6B8954B}"/>
              </a:ext>
            </a:extLst>
          </p:cNvPr>
          <p:cNvSpPr/>
          <p:nvPr/>
        </p:nvSpPr>
        <p:spPr>
          <a:xfrm>
            <a:off x="9684237" y="2785844"/>
            <a:ext cx="1080000" cy="724375"/>
          </a:xfrm>
          <a:prstGeom prst="flowChartInternalStorag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INFORME VIA MAIL A DIRECCION</a:t>
            </a:r>
            <a:endParaRPr lang="es-CL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roceso 14">
            <a:extLst>
              <a:ext uri="{FF2B5EF4-FFF2-40B4-BE49-F238E27FC236}">
                <a16:creationId xmlns="" xmlns:a16="http://schemas.microsoft.com/office/drawing/2014/main" id="{E8799B9D-A13A-B941-A35C-F666A064D4A4}"/>
              </a:ext>
            </a:extLst>
          </p:cNvPr>
          <p:cNvSpPr/>
          <p:nvPr/>
        </p:nvSpPr>
        <p:spPr>
          <a:xfrm>
            <a:off x="1717011" y="3594595"/>
            <a:ext cx="1268930" cy="1061712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PLAN DE </a:t>
            </a:r>
            <a:r>
              <a:rPr lang="es-CL"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Y SE COMPLETA FORMULARIO EN SVI</a:t>
            </a:r>
            <a:endParaRPr lang="es-CL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2FA27777-D01B-D445-9AD7-BEA1AAAFC8B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7336265" y="1266271"/>
            <a:ext cx="2" cy="3358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="" xmlns:a16="http://schemas.microsoft.com/office/drawing/2014/main" id="{D6389C1A-C784-514B-ABD0-F8955C36B145}"/>
              </a:ext>
            </a:extLst>
          </p:cNvPr>
          <p:cNvCxnSpPr>
            <a:endCxn id="8" idx="0"/>
          </p:cNvCxnSpPr>
          <p:nvPr/>
        </p:nvCxnSpPr>
        <p:spPr>
          <a:xfrm>
            <a:off x="7336267" y="2230177"/>
            <a:ext cx="0" cy="37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="" xmlns:a16="http://schemas.microsoft.com/office/drawing/2014/main" id="{D238C832-91F5-A148-9163-35C471D95BA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8416267" y="3148032"/>
            <a:ext cx="126797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="" xmlns:a16="http://schemas.microsoft.com/office/drawing/2014/main" id="{BD2A4051-71E8-8249-82AB-1C4BD2608880}"/>
              </a:ext>
            </a:extLst>
          </p:cNvPr>
          <p:cNvCxnSpPr>
            <a:cxnSpLocks/>
          </p:cNvCxnSpPr>
          <p:nvPr/>
        </p:nvCxnSpPr>
        <p:spPr>
          <a:xfrm flipH="1">
            <a:off x="3114510" y="4152135"/>
            <a:ext cx="1646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="" xmlns:a16="http://schemas.microsoft.com/office/drawing/2014/main" id="{93FBA490-555C-E340-BB20-550CE33064DE}"/>
              </a:ext>
            </a:extLst>
          </p:cNvPr>
          <p:cNvSpPr/>
          <p:nvPr/>
        </p:nvSpPr>
        <p:spPr>
          <a:xfrm>
            <a:off x="8780252" y="2497569"/>
            <a:ext cx="540000" cy="36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="" xmlns:a16="http://schemas.microsoft.com/office/drawing/2014/main" id="{F48A7F91-B431-5541-93C9-1FC4F910AD89}"/>
              </a:ext>
            </a:extLst>
          </p:cNvPr>
          <p:cNvSpPr/>
          <p:nvPr/>
        </p:nvSpPr>
        <p:spPr>
          <a:xfrm>
            <a:off x="5428876" y="2487186"/>
            <a:ext cx="540000" cy="36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="" xmlns:a16="http://schemas.microsoft.com/office/drawing/2014/main" id="{84A5C304-681A-664E-B278-BBB90AED630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336052" y="3148032"/>
            <a:ext cx="920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="" xmlns:a16="http://schemas.microsoft.com/office/drawing/2014/main" id="{ED919741-3FC2-6E4C-BB7A-3DB0F066CE5E}"/>
              </a:ext>
            </a:extLst>
          </p:cNvPr>
          <p:cNvCxnSpPr/>
          <p:nvPr/>
        </p:nvCxnSpPr>
        <p:spPr>
          <a:xfrm>
            <a:off x="5336052" y="3148033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Almacenamiento interno 57">
            <a:extLst>
              <a:ext uri="{FF2B5EF4-FFF2-40B4-BE49-F238E27FC236}">
                <a16:creationId xmlns="" xmlns:a16="http://schemas.microsoft.com/office/drawing/2014/main" id="{66E52038-4401-0F47-BBFD-FDB1D7824560}"/>
              </a:ext>
            </a:extLst>
          </p:cNvPr>
          <p:cNvSpPr/>
          <p:nvPr/>
        </p:nvSpPr>
        <p:spPr>
          <a:xfrm>
            <a:off x="1747411" y="5795909"/>
            <a:ext cx="1367099" cy="432023"/>
          </a:xfrm>
          <a:prstGeom prst="flowChartInternalStorage">
            <a:avLst/>
          </a:prstGeom>
          <a:solidFill>
            <a:schemeClr val="accent5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SEGUIMIENTO</a:t>
            </a:r>
            <a:endParaRPr lang="es-CL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Conector recto de flecha 59">
            <a:extLst>
              <a:ext uri="{FF2B5EF4-FFF2-40B4-BE49-F238E27FC236}">
                <a16:creationId xmlns="" xmlns:a16="http://schemas.microsoft.com/office/drawing/2014/main" id="{D64C9260-74DA-8749-A92F-A5C1338DAE40}"/>
              </a:ext>
            </a:extLst>
          </p:cNvPr>
          <p:cNvCxnSpPr>
            <a:cxnSpLocks/>
          </p:cNvCxnSpPr>
          <p:nvPr/>
        </p:nvCxnSpPr>
        <p:spPr>
          <a:xfrm>
            <a:off x="3145942" y="6011920"/>
            <a:ext cx="925901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="" xmlns:a16="http://schemas.microsoft.com/office/drawing/2014/main" id="{04A0D383-F58B-274E-BD18-679AA84A6332}"/>
              </a:ext>
            </a:extLst>
          </p:cNvPr>
          <p:cNvCxnSpPr>
            <a:cxnSpLocks/>
          </p:cNvCxnSpPr>
          <p:nvPr/>
        </p:nvCxnSpPr>
        <p:spPr>
          <a:xfrm>
            <a:off x="2355913" y="4691297"/>
            <a:ext cx="0" cy="1054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Proceso 31">
            <a:extLst>
              <a:ext uri="{FF2B5EF4-FFF2-40B4-BE49-F238E27FC236}">
                <a16:creationId xmlns="" xmlns:a16="http://schemas.microsoft.com/office/drawing/2014/main" id="{E8799B9D-A13A-B941-A35C-F666A064D4A4}"/>
              </a:ext>
            </a:extLst>
          </p:cNvPr>
          <p:cNvSpPr/>
          <p:nvPr/>
        </p:nvSpPr>
        <p:spPr>
          <a:xfrm>
            <a:off x="4749083" y="3671944"/>
            <a:ext cx="1268930" cy="1061712"/>
          </a:xfrm>
          <a:prstGeom prst="flowChartProcess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CONVOCA A REUNION PARA ANÁLISIS DE EA</a:t>
            </a:r>
            <a:endParaRPr lang="es-CL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Almacenamiento interno 37">
            <a:extLst>
              <a:ext uri="{FF2B5EF4-FFF2-40B4-BE49-F238E27FC236}">
                <a16:creationId xmlns="" xmlns:a16="http://schemas.microsoft.com/office/drawing/2014/main" id="{D0FA1F9D-2E71-2146-A760-5FCFB6B8954B}"/>
              </a:ext>
            </a:extLst>
          </p:cNvPr>
          <p:cNvSpPr/>
          <p:nvPr/>
        </p:nvSpPr>
        <p:spPr>
          <a:xfrm>
            <a:off x="4103275" y="5649732"/>
            <a:ext cx="1914738" cy="724375"/>
          </a:xfrm>
          <a:prstGeom prst="flowChartInternalStorag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ARCHIVO </a:t>
            </a:r>
            <a:r>
              <a:rPr lang="es-CL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ENCARGADO DE TV Y CONSOLIDADO TRIMESTRAL</a:t>
            </a:r>
            <a:endParaRPr lang="es-CL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520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3146</TotalTime>
  <Words>54</Words>
  <Application>Microsoft Office PowerPoint</Application>
  <PresentationFormat>Panorámica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Bolbarán</dc:creator>
  <cp:lastModifiedBy>cristian cárdenas</cp:lastModifiedBy>
  <cp:revision>16</cp:revision>
  <dcterms:created xsi:type="dcterms:W3CDTF">2020-04-23T21:45:18Z</dcterms:created>
  <dcterms:modified xsi:type="dcterms:W3CDTF">2025-06-09T21:59:32Z</dcterms:modified>
</cp:coreProperties>
</file>